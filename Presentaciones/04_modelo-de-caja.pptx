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box model es probablemente la característica más importante de CSS: condiciona el diseño de todas las páginas web. Fuente del texto original: librosweb.es, capítulo 4 de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texto original muestra como ejemplo la web CSS Zen Garden con las cajas forzadas a hacerse visibles. En clase se puede reproducir con cualquier web usando las herramientas de desarrollo del navegador (ver diapositiva "Hacer visibles las cajas").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propiedades de la columna derecha no aparecen en el texto original; se indican como referencia de lo que se verá más adelante en el bloque de posicionamiento.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dentro hacia fuera: content → padding → border → margin. Padding y margin son opcionales. Truco para recordarlo: el padding está dentro del borde (es "de la caja"); el margin está fuera (es espacio "entre cajas").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Precisión: por defecto el fondo (color e imagen) no solo ocupa contenido y relleno, sino que llega hasta el borde exterior del border (background-clip: border-box). Se aprecia con un borde discontinuo o semitransparente. Se puede cambiar con background-clip: padding-box.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Consecuencia práctica: si quieres que una zona coloreada crezca alrededor del texto, usa padding; si quieres separar la caja de las demás sin colorear ese espacio, usa margin. En el diagrama, el blanco del centro representa el contenido; en la realidad el fondo naranja también se vería detrás del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"buena práctica" de la tercera viñeta es un añadido respecto al texto original, relacionado con accesibilidad y contraste.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complementaria: no aparece en el texto original, pero es la consecuencia práctica más importante del box model y el error más habitual del alumnado al maquetar.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lo que hace el ejemplo de CSS Zen Garden del texto original. Se usa outline y no border porque border sí suma al tamaño de la caja y desplazaría los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texto original solo introduce la distinción. Las características y ejemplos se añaden como adelanto: se desarrollan con la propiedad display (block, inline, inline-block). En los elementos de línea, width y height no tienen efecto y los márgenes verticales no desplazan a otras líneas.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Siguiente paso natural: la propiedad display y la diferencia entre elementos de bloque y de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8229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1F2433"/>
          </a:solidFill>
          <a:ln w="25400">
            <a:solidFill>
              <a:srgbClr val="E07A2F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6126480" y="118872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1F2433"/>
          </a:solidFill>
          <a:ln w="25400">
            <a:solidFill>
              <a:srgbClr val="2E86AB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492240" y="15544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1F2433"/>
          </a:solidFill>
          <a:ln w="25400">
            <a:solidFill>
              <a:srgbClr val="E07A2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9224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caja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model: la base de toda maquetación con CSS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Interfaces Web · CSS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una web, todo es una caja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29000"/>
          </a:xfrm>
          <a:prstGeom prst="roundRect">
            <a:avLst>
              <a:gd name="adj" fmla="val 2667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F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688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4688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008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965960"/>
            <a:ext cx="9601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A2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3246120" y="1965960"/>
            <a:ext cx="960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356616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188720"/>
            <a:ext cx="3931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etiqueta HTML genera una caja rectangular que encierra su contenido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Párrafos, listas, enlaces, imágenes, tablas…: todos son cajas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las crea automáticamente; CSS permite modificar todas sus características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invisibles por defecto: no tienen fondo ni borde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podemos controlar con CSS?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DCEEF5"/>
          </a:solidFill>
          <a:ln w="12700">
            <a:solidFill>
              <a:srgbClr val="DCEE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aspecto de la caja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965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anchura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8775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877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587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09544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095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2095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interior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831336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8313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3831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entre cajas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BE9DB"/>
          </a:solidFill>
          <a:ln w="12700">
            <a:solidFill>
              <a:srgbClr val="FBE9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visualiza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Ocultarla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display, visibility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Desplazarla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relative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Fijarla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fixed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una caja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1206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647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68680" y="1600200"/>
            <a:ext cx="4297680" cy="2651760"/>
          </a:xfrm>
          <a:prstGeom prst="rect">
            <a:avLst/>
          </a:prstGeom>
          <a:solidFill>
            <a:srgbClr val="2C3347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83080"/>
            <a:ext cx="3931920" cy="2286000"/>
          </a:xfrm>
          <a:prstGeom prst="rect">
            <a:avLst/>
          </a:prstGeom>
          <a:solidFill>
            <a:srgbClr val="DCEEF5"/>
          </a:solidFill>
          <a:ln w="12700">
            <a:solidFill>
              <a:srgbClr val="DCE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331720"/>
            <a:ext cx="2651760" cy="1188720"/>
          </a:xfrm>
          <a:prstGeom prst="rect">
            <a:avLst/>
          </a:prstGeom>
          <a:solidFill>
            <a:srgbClr val="FBE9DB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09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331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imagen, lista…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entre contenido y borde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que encierra contenido y relleno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entre esta caja y las adyacentes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Capas, vistas desde el usuario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BE9DB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1430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709928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DCEE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0992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7099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7099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276856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BE9DB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2768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2768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3000" y="2843784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DCEE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28437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437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fondo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843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410712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BE9DB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63040" y="3410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34107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fondo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4107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00200" y="397764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DCEE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91640" y="3977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39776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3977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118872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indica qué queda por encima: el contenido se ve delante de todo; los fondos quedan detrás.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8521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= más cerca del usuario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Relleno y margen son transparentes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3429000"/>
          </a:xfrm>
          <a:prstGeom prst="rect">
            <a:avLst/>
          </a:prstGeom>
          <a:solidFill>
            <a:srgbClr val="DCEEF5"/>
          </a:solidFill>
          <a:ln w="12700">
            <a:solidFill>
              <a:srgbClr val="2E86AB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fondo del padre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926080" cy="2194560"/>
          </a:xfrm>
          <a:prstGeom prst="rect">
            <a:avLst/>
          </a:prstGeom>
          <a:solidFill>
            <a:srgbClr val="E07A2F"/>
          </a:solidFill>
          <a:ln w="38100">
            <a:solidFill>
              <a:srgbClr val="2C33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3172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0200" y="2331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BE9DB"/>
          </a:solidFill>
          <a:ln w="12700">
            <a:solidFill>
              <a:srgbClr val="FBE9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relleno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el fondo de la propia caja.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310896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DCEEF5"/>
          </a:solidFill>
          <a:ln w="12700">
            <a:solidFill>
              <a:srgbClr val="DCEE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3218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margen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611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el fondo del padre; si ningún padre lo define, el de la página.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e imagen de fondo juntos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2C3347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#1F2433;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background-image: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url("img/logo.png");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background-repeat: no-repeat;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imagen tiene prioridad: se dibuja encima del color.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18872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sigue viéndose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imagen no cubre la caja.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ve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las zonas transparentes de la imagen (PNG, SVG).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siempre un color de respaldo por si la imagen no carga, y para mantener el contraste del texto.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ocupa realmente una caja?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2C3347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.caja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5px solid;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10px;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325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visible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+ 20·2 + 5·2 = 350px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F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ocupado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350 + 10·2 = 370px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BE9DB"/>
          </a:solidFill>
          <a:ln w="12700">
            <a:solidFill>
              <a:srgbClr val="FBE9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66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defecto, width solo mide el contenido. </a:t>
            </a:r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box-sizing: border-box, width incluye relleno y borde, y la caja mide exactamente 300px.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 visibles las cajas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DCEEF5"/>
          </a:solidFill>
          <a:ln w="12700">
            <a:solidFill>
              <a:srgbClr val="DCEE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las DevTools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→ Inspeccionar (F12)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pasar el ratón por el código se resalta cada caja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pestaña "Calculado" muestra el diagrama de la caja con sus medidas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BE9DB"/>
          </a:solidFill>
          <a:ln w="12700">
            <a:solidFill>
              <a:srgbClr val="FBE9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CSS temporal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2C3347"/>
          </a:solidFill>
          <a:ln w="12700">
            <a:solidFill>
              <a:srgbClr val="2C33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2057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1px solid red;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no ocupa espacio, así que no altera el diseño.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elementos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DCEEF5"/>
          </a:solidFill>
          <a:ln w="12700">
            <a:solidFill>
              <a:srgbClr val="DCEE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bloque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9202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685800" cy="36576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920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560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Empiezan en una línea nueva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Ocupan todo el ancho disponible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BE9DB"/>
          </a:solidFill>
          <a:ln w="12700">
            <a:solidFill>
              <a:srgbClr val="FBE9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línea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9202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9202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9202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1920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2560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colocan dentro del flujo del texto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Ocupan solo el ancho de su contenido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veremos en detalle con la propiedad display: block, inline e inline-block.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97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HTML es una caja rectangular, invisible por defecto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828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dentro a fuera: content, padding, border y margin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padding muestra el fondo de la caja; el margin, el del padre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918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 de fondo se pinta sobre el color de fondo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07A2F"/>
          </a:solidFill>
          <a:ln w="12700">
            <a:solidFill>
              <a:srgbClr val="E07A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23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real = width + padding + border (salvo con border-box)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modelo de caja</dc:title>
  <dc:subject>PptxGenJS Presentation</dc:subject>
  <dc:creator>PptxGenJS</dc:creator>
  <cp:lastModifiedBy>PptxGenJS</cp:lastModifiedBy>
  <cp:revision>1</cp:revision>
  <dcterms:created xsi:type="dcterms:W3CDTF">2026-09-23T07:39:47Z</dcterms:created>
  <dcterms:modified xsi:type="dcterms:W3CDTF">2026-09-23T07:39:47Z</dcterms:modified>
</cp:coreProperties>
</file>