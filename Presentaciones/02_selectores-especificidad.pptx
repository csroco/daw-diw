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54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UT2 · UTILIZACIÓN DE ESTILOS CON CSS3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Selectores CSS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aplicación y especificidad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308592" y="5010912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905256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32136" y="5065776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9921240" y="5797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155680" y="5120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10789920" y="5742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Etiqueta, clase e 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61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Etiqueta: afecta a TODOS los &lt;p&gt; */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#333; }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Clase: reutilizable en varios elementos */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.destacado { font-weight: bold; }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Id: unico en toda la pagina */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#cabecera { background: #3454d1;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Cuantos más elementos abarca un selector, menor es su especificidad — la etiqueta es la más “débil”, el id el más “fuerte”.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CASCADA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decide qué regla “gana”?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varias reglas afectan al mismo elemento, el navegador las ordena así: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e importancia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7157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del navegador &lt; del autor &lt; con !important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8587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&gt; clase / atributo / pseudoclase &gt; etiqueta / pseudoelemento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4" name="Text 12"/>
          <p:cNvSpPr txBox="1"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 en el código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0017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20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</a:t>
            </a:r>
            <a:endParaRPr lang="en-US" sz="2000" dirty="0">
              <a:solidFill>
                <a:srgbClr val="5C627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calcula: tres “columnas”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5200" cy="2651760"/>
          </a:xfrm>
          <a:prstGeom prst="roundRect">
            <a:avLst>
              <a:gd name="adj" fmla="val 2069"/>
            </a:avLst>
          </a:prstGeom>
          <a:solidFill>
            <a:srgbClr val="F7F8FB"/>
          </a:solidFill>
          <a:ln w="12700">
            <a:solidFill>
              <a:srgbClr val="DD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6E1D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#id cuenta como 1 punto en esta columna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8160" y="1828800"/>
            <a:ext cx="3505200" cy="2651760"/>
          </a:xfrm>
          <a:prstGeom prst="roundRect">
            <a:avLst>
              <a:gd name="adj" fmla="val 2069"/>
            </a:avLst>
          </a:prstGeom>
          <a:solidFill>
            <a:srgbClr val="F7F8FB"/>
          </a:solidFill>
          <a:ln w="12700">
            <a:solidFill>
              <a:srgbClr val="DD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60248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46024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/ atributos / pseudoclases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6760" y="352044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.clase, [attr] o :hover cuenta como 1 punto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7680" y="1828800"/>
            <a:ext cx="3505200" cy="2651760"/>
          </a:xfrm>
          <a:prstGeom prst="roundRect">
            <a:avLst>
              <a:gd name="adj" fmla="val 2069"/>
            </a:avLst>
          </a:prstGeom>
          <a:solidFill>
            <a:srgbClr val="F7F8FB"/>
          </a:solidFill>
          <a:ln w="12700">
            <a:solidFill>
              <a:srgbClr val="DDE1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382000" y="2103120"/>
            <a:ext cx="548640" cy="548640"/>
          </a:xfrm>
          <a:prstGeom prst="ellipse">
            <a:avLst/>
          </a:prstGeom>
          <a:solidFill>
            <a:srgbClr val="E7E9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83820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36280" y="2788920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Etiquetas / pseudoelementos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6280" y="352044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p, div o ::before cuenta como 1 punto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comparan como un marcador (A, B, C): primero A; si hay empate, B; si vuelve a empatar, C.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cálculo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65176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Clases/attr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(0,0,1)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.destacado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 p.destacado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(0,1,2)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1D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#cabecera p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23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(1,0,1)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#cabecera p gana a todos porque tiene 1 punto en la columna de IDs, aunque otros sumen más selectores en total.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aplicado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61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id="aviso" class="texto-rojo"&gt;Hola&lt;/p&gt;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     { color: black; }   /* (0,0,1) */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.texto-rojo   { color: red;   }   /* (0,1,0) */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#aviso        { color: green; }   /* (1,0,0) */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se muestra en </a:t>
            </a:r>
            <a:r>
              <a:rPr lang="en-US" sz="1600" b="1" dirty="0">
                <a:solidFill>
                  <a:srgbClr val="1E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r>
              <a:rPr lang="en-US" sz="16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selector de id tiene la especificidad más alta, sin importar el orden de las reglas.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EN EL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hay empate de especificidad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1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.texto-rojo { color: red;  }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.texto-azul { color: blue;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elemento tiene ambas clases (</a:t>
            </a:r>
            <a:r>
              <a:rPr lang="en-US" sz="1600" dirty="0">
                <a:solidFill>
                  <a:srgbClr val="1C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class="texto-rojo texto-azul"</a:t>
            </a:r>
            <a:r>
              <a:rPr lang="en-US" sz="16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las dos reglas tienen la misma especificidad (0,1,0) — gana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r>
              <a:rPr lang="en-US" sz="16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porque su regla aparece más abajo en el archivo.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orden en que se escriben (o enlazan) las hojas de estilo también importa.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EXTREMO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!important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619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color: red !important; }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#aviso { color: green;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regla gana incluso frente a un id, sin importar la especificidad — rompe por completo la cascada normal.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2A2F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evitarlo salvo casos muy puntuales (sobrescribir estilos de una librería externa que no se puede modificar). Abusar de !important hace el CSS difícil de mantener, porque obliga a usar más !important después.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CONFUNDIR CON...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 vs herencia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regla gana cuando varias reglas apuntan directamente al mismo elemento.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2F4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8892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propiedades (color, font-family...) pasan de un elemento padre a sus hijos si el hijo no tiene su propio valor definido. Un estilo directo en el hijo, por débil que sea su especificidad, siempre gana a una propiedad heredada del padre.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 de menor a mayor: etiqueta &lt; clase/atributo/pseudoclase &lt; id &lt; inline &lt; !important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igual especificidad, gana la regla que aparece más abajo en el código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clases para estilar: mantienen la especificidad baja y controlada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los id para anclas y JavaScript, no para aplicar estilos por defecto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!important salvo necesidad justificada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0615 · Diseño de Interfaces Web — UT2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801</Words>
  <Application>Microsoft Office PowerPoint</Application>
  <PresentationFormat>Personalizado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Sanchez Roco</cp:lastModifiedBy>
  <cp:revision>2</cp:revision>
  <dcterms:created xsi:type="dcterms:W3CDTF">2026-09-23T05:07:59Z</dcterms:created>
  <dcterms:modified xsi:type="dcterms:W3CDTF">2026-09-23T05:22:48Z</dcterms:modified>
</cp:coreProperties>
</file>